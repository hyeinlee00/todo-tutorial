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188720"/>
            <a:ext cx="5669280" cy="5669280"/>
          </a:xfrm>
          <a:prstGeom prst="ellipse">
            <a:avLst/>
          </a:prstGeom>
          <a:solidFill>
            <a:srgbClr val="134945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2331720"/>
            <a:ext cx="3108960" cy="3108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C:\Users\User\AppData\Local\Temp\claude\D---Learn-todo-tutorial\254777f7-c7f7-4e24-b475-6c68b9d06b7f\scratchpad\icons\list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32004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743200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Tutorial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85800" y="37947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Playbook 실습 프로젝트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43434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Next.js와 shadcn/ui로 만드는 작은 Todo 앱을 단계별로 발전시키며,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Code로 개발하는 법을 함께 익히는 실습 저장소입니다.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3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브랜치 · ch06-03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Todo 앱으로 Claude Code 워크플로우를 몸에 익힌다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4008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Playbook 강의의 실습용 저장소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shadcn/ui로 시작하는 작은 Todo 앱을 단계별로 발전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챕터별 시작 브랜치를 따라가며 실습을 진행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구현뿐 아니라 커밋 · 리뷰 · 스킬 등 Claude Code 워크플로우 학습이 목적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600200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35240" y="1728216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635240" y="2423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재사용 컴포넌트 (components/)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0" y="3044952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35240" y="31729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72개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35240" y="38679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RTL 테스트 통과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4489704"/>
            <a:ext cx="43434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35240" y="46177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92개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635240" y="5312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브랜치 누적 커밋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· Claude Code Playbook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아키텍처 원칙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CLAUDE.md에 명시된 두 가지 핵심 원칙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C:\Users\User\AppData\Local\Temp\claude\D---Learn-todo-tutorial\254777f7-c7f7-4e24-b475-6c68b9d06b7f\scratchpad\icons\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21634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Components 우선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화면은 기본적으로 서버 컴포넌트로 구성하고, 상호작용이 꼭 필요한 곳에만 클라이언트 컴포넌트로 전환합니다.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9659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C:\Users\User\AppData\Local\Temp\claude\D---Learn-todo-tutorial\254777f7-c7f7-4e24-b475-6c68b9d06b7f\scratchpad\icons\comp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90" y="21634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2926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클라이언트 상태 최소화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33375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등 클라이언트 상태는 입력값·선택값처럼 꼭 필요한 상호작용에만 최소한으로 사용합니다.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C:\Users\User\AppData\Local\Temp\claude\D---Learn-todo-tutorial\254777f7-c7f7-4e24-b475-6c68b9d06b7f\scratchpad\icons\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63417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531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Commits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5212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 / fix / refactor 형식 커밋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343400" y="42062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17720" y="4480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C:\Users\User\AppData\Local\Temp\claude\D---Learn-todo-tutorial\254777f7-c7f7-4e24-b475-6c68b9d06b7f\scratchpad\icons\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39" y="463417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44531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패키지 매니저: bun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617720" y="5212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· 실행 · 테스트 모두 bun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138160" y="42062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412480" y="4480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C:\Users\User\AppData\Local\Temp\claude\D---Learn-todo-tutorial\254777f7-c7f7-4e24-b475-6c68b9d06b7f\scratchpad\icons\gradc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6099" y="46341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235440" y="445312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답변은 한국어로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412480" y="52120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문서 · 답변은 한국어 작성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· Claude Code Playbook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작지만 최신 스택으로 구성된 실습 프로젝트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C:\Users\User\AppData\Local\Temp\claude\D---Learn-todo-tutorial\254777f7-c7f7-4e24-b475-6c68b9d06b7f\scratchpad\icons\n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16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 · Turbopack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C:\Users\User\AppData\Local\Temp\claude\D---Learn-todo-tutorial\254777f7-c7f7-4e24-b475-6c68b9d06b7f\scratchpad\icons\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970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19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32120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라이브러리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C:\Users\User\AppData\Local\Temp\claude\D---Learn-todo-tutorial\254777f7-c7f7-4e24-b475-6c68b9d06b7f\scratchpad\icons\tailw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0" y="2198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 v4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26880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유틸리티 스타일링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069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C:\Users\User\AppData\Local\Temp\claude\D---Learn-todo-tutorial\254777f7-c7f7-4e24-b475-6c68b9d06b7f\scratchpad\icons\typescrip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42556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 5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37360" y="4526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타입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069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C:\Users\User\AppData\Local\Temp\claude\D---Learn-todo-tutorial\254777f7-c7f7-4e24-b475-6c68b9d06b7f\scratchpad\icons\shadc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970" y="425561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shadcn/ui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32120" y="4526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radix-mira · taupe 스타일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069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C:\Users\User\AppData\Local\Temp\claude\D---Learn-todo-tutorial\254777f7-c7f7-4e24-b475-6c68b9d06b7f\scratchpad\icons\bu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730" y="425561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 1.3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26880" y="4526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패키지 매니저 · 러너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· Claude Code Playbook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하나에 담긴 여섯 가지 기능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C:\Users\User\AppData\Local\Temp\claude\D---Learn-todo-tutorial\254777f7-c7f7-4e24-b475-6c68b9d06b7f\scratchpad\icons\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우선순위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 · 보통 · 낮음 지정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C:\Users\User\AppData\Local\Temp\claude\D---Learn-todo-tutorial\254777f7-c7f7-4e24-b475-6c68b9d06b7f\scratchpad\icons\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970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상태 필터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32120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· 진행중 · 완료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C:\Users\User\AppData\Local\Temp\claude\D---Learn-todo-tutorial\254777f7-c7f7-4e24-b475-6c68b9d06b7f\scratchpad\icons\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30" y="2198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0" y="20116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마감일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9326880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 및 마감일순 정렬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0690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C:\Users\User\AppData\Local\Temp\claude\D---Learn-todo-tutorial\254777f7-c7f7-4e24-b475-6c68b9d06b7f\scratchpad\icons\so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42556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정렬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737360" y="4526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생성일 · 이름 · 마감일순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0690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C:\Users\User\AppData\Local\Temp\claude\D---Learn-todo-tutorial\254777f7-c7f7-4e24-b475-6c68b9d06b7f\scratchpad\icons\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5970" y="425561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검색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32120" y="4526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제목으로 실시간 검색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6118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0690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C:\Users\User\AppData\Local\Temp\claude\D---Learn-todo-tutorial\254777f7-c7f7-4e24-b475-6c68b9d06b7f\scratchpad\icons\t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0730" y="425561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069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카테고리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9326880" y="45262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· 개인 · 쇼핑 태그/필터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· Claude Code Playbook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발전 타임라인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커밋 히스토리로 보는 Todo 앱의 성장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3246120"/>
            <a:ext cx="10469880" cy="0"/>
          </a:xfrm>
          <a:prstGeom prst="line">
            <a:avLst/>
          </a:prstGeom>
          <a:noFill/>
          <a:ln w="254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C:\Users\User\AppData\Local\Temp\claude\D---Learn-todo-tutorial\254777f7-c7f7-4e24-b475-6c68b9d06b7f\scratchpad\icons\circle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313182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670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440" y="18745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기반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구현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38506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C:\Users\User\AppData\Local\Temp\claude\D---Learn-todo-tutorial\254777f7-c7f7-4e24-b475-6c68b9d06b7f\scratchpad\icons\circle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360" y="313182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85060" y="2670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836420" y="37490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RTL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환경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13004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2" descr="C:\Users\User\AppData\Local\Temp\claude\D---Learn-todo-tutorial\254777f7-c7f7-4e24-b475-6c68b9d06b7f\scratchpad\icons\circle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340" y="313182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30040" y="2670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581400" y="18745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높음·보통·낮음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87502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C:\Users\User\AppData\Local\Temp\claude\D---Learn-todo-tutorial\254777f7-c7f7-4e24-b475-6c68b9d06b7f\scratchpad\icons\circle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131820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875020" y="2670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326380" y="37490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필터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전체·진행중·완료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62000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4" descr="C:\Users\User\AppData\Local\Temp\claude\D---Learn-todo-tutorial\254777f7-c7f7-4e24-b475-6c68b9d06b7f\scratchpad\icons\circle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300" y="3131820"/>
            <a:ext cx="228600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20000" y="2670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071360" y="18745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마감일 + 정렬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생성일·이름·마감일순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9364980" y="3017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5" descr="C:\Users\User\AppData\Local\Temp\claude\D---Learn-todo-tutorial\254777f7-c7f7-4e24-b475-6c68b9d06b7f\scratchpad\icons\circle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280" y="3131820"/>
            <a:ext cx="228600" cy="2286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364980" y="2670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8816340" y="37490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+ 카테고리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태그 · 필터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11109960" y="3017520"/>
            <a:ext cx="457200" cy="457200"/>
          </a:xfrm>
          <a:prstGeom prst="ellipse">
            <a:avLst/>
          </a:prstGeom>
          <a:solidFill>
            <a:srgbClr val="FF6F4F"/>
          </a:solidFill>
          <a:ln/>
        </p:spPr>
      </p:sp>
      <p:pic>
        <p:nvPicPr>
          <p:cNvPr id="30" name="Image 6" descr="C:\Users\User\AppData\Local\Temp\claude\D---Learn-todo-tutorial\254777f7-c7f7-4e24-b475-6c68b9d06b7f\scratchpad\icons\puzz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4260" y="3131820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109960" y="267004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0561320" y="187452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다듬기 (오늘)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Input·Button·Card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· Claude Code Playbook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품질 관리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기능을 추가할 때마다 테스트로 검증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0D2B29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/ 72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통과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379476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C:\Users\User\AppData\Local\Temp\claude\D---Learn-todo-tutorial\254777f7-c7f7-4e24-b475-6c68b9d06b7f\scratchpad\icons\vi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401421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8920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React Testing Library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1691640"/>
            <a:ext cx="7543800" cy="1280160"/>
          </a:xfrm>
          <a:prstGeom prst="roundRect">
            <a:avLst>
              <a:gd name="adj" fmla="val 8571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196596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C:\Users\User\AppData\Local\Temp\claude\D---Learn-todo-tutorial\254777f7-c7f7-4e24-b475-6c68b9d06b7f\scratchpad\icons\esl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965" y="21415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874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ESLint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257800" y="22860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정적 분석으로 잠재적 오류와 스타일 문제를 미리 잡습니다.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14800" y="3154680"/>
            <a:ext cx="7543800" cy="1280160"/>
          </a:xfrm>
          <a:prstGeom prst="roundRect">
            <a:avLst>
              <a:gd name="adj" fmla="val 8571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343400" y="34290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C:\Users\User\AppData\Local\Temp\claude\D---Learn-todo-tutorial\254777f7-c7f7-4e24-b475-6c68b9d06b7f\scratchpad\icons\circle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965" y="360456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33375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tsc --noEmit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25780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컴파일러로 타입 오류를 커밋 전에 확인합니다.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114800" y="4617720"/>
            <a:ext cx="7543800" cy="1280160"/>
          </a:xfrm>
          <a:prstGeom prst="roundRect">
            <a:avLst>
              <a:gd name="adj" fmla="val 8571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343400" y="48920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3" descr="C:\Users\User\AppData\Local\Temp\claude\D---Learn-todo-tutorial\254777f7-c7f7-4e24-b475-6c68b9d06b7f\scratchpad\icons\pretti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965" y="50676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48006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Prettier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257800" y="52120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포맷팅 규칙을 통일해 리뷰에서 스타일 논쟁을 없앱니다.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· Claude Code Playbook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작업: 입력 영역 UI 다듬기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shadcn/ui의 Input · Button · Card를 조합해 Todo 입력 폼을 정리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입력 폼을 Card로 감싸 하나의 시각적 단위로 정리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숨겨진 sr-only 제출 버튼 대신, 눈에 보이는 '추가' Button 배치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Input과 제출 Button을 한 줄에 나란히 배치</a:t>
            </a:r>
            <a:endParaRPr lang="en-US" sz="1450" dirty="0"/>
          </a:p>
          <a:p>
            <a:pPr marL="203200" indent="-203200">
              <a:lnSpc>
                <a:spcPct val="120000"/>
              </a:lnSpc>
              <a:spcAft>
                <a:spcPts val="1600"/>
              </a:spcAft>
              <a:buSzPct val="100000"/>
              <a:buChar char="■"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components/ui는 직접 수정하지 않고, 조합만으로 개선 (프로젝트 규칙 준수)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  <a:effectLst>
            <a:outerShdw sx="100000" sy="100000" kx="0" ky="0" algn="bl" rotWithShape="0" blurRad="127000" dist="38100" dir="5400000">
              <a:srgbClr val="1B32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12280" y="210312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일을 입력하고 Enter를 누르세요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424160" y="21031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42416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274320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7432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2026-08-21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122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36301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6301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818120" y="36301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36301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823960" y="3630168"/>
            <a:ext cx="86868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3630168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12280" y="4178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447141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4714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08392" y="447141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44714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04504" y="447141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04504" y="44714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00616" y="447141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2F7F6"/>
          </a:solidFill>
          <a:ln w="12700">
            <a:solidFill>
              <a:srgbClr val="D8E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0616" y="447141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쇼핑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544068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C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todo-input.tsx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 · Claude Code Playbook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134945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914400"/>
            <a:ext cx="1005840" cy="10058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C:\Users\User\AppData\Local\Temp\claude\D---Learn-todo-tutorial\254777f7-c7f7-4e24-b475-6c68b9d06b7f\scratchpad\icons\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6362" y="1155802"/>
            <a:ext cx="523037" cy="5230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03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Tutorial과 함께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계속 성장하는 실습 프로젝트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554480" y="3703320"/>
            <a:ext cx="9052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챕터들을 따라가며 새로운 기능을 더하고,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A9C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Code의 다양한 워크플로우(커밋 · 리뷰 · 스킬)를 계속 익혀 나갑니다.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2026-08-19T01:20:13Z</dcterms:created>
  <dcterms:modified xsi:type="dcterms:W3CDTF">2026-08-19T01:20:13Z</dcterms:modified>
</cp:coreProperties>
</file>